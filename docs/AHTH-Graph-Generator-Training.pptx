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แนะนำตัวโปรเจกต์: เว็บที่อ่านไฟล์ log ของตู้เย็นแล้วแสดงกราฟอุณหภูมิและสถานะชิ้นส่วน สไลด์ชุดนี้สอนว่าโปรแกรมทำงานอย่างไร และทำงานประจำ (เพิ่มรายการ ทดสอบ release) ทีละขั้น เอกสารละเอียดอยู่ใน docs/WORKFLOW.md และ docs/GUIDE.md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จุดสำคัญ: เป็น static site ไม่มี backend ทุกอย่างทำใน browser ของผู้ใช้ ไฟล์ log ไม่ถูก upload ไฟล์จริงใหญ่ได้ถึง 100 MB (~200,000 แถว) จึงต้องอ่านใน Web Worker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เล่าตามลูกศร: ผู้ใช้เลือกไฟล์ → main.js สร้าง Worker แล้วส่ง File object ไป (ไม่ upload) → Worker ใช้ sources.js แปลงไฟล์เป็นแถว หาคอลัมน์จากชื่อ เก็บค่าลง typed array → ส่ง result กลับ → main.js สร้างรายการ ตาราง กราฟ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เน้น logformat.js: ชื่อคอลัมน์ สี ตำแหน่ง ทั้งหมดอยู่ที่นี่ การเพิ่มเส้นใหม่ส่วนใหญ่เพิ่มบรรทัดเดียวใน STATUS_ITEMS Worker จะอ่านคอลัมน์ให้เองอัตโนมัติ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2 (หาคอลัมน์จากชื่อ) สำคัญที่สุด: ไฟล์จาก firmware ต่างรุ่นมีจำนวน/ลำดับคอลัมน์ต่างกัน ถ้าไม่มีคอลัมน์ไหนจะแจ้งผู้ใช้แต่ไม่หยุด · วันที่มีหลายรูปแบบตาม logger · sampling หาอัตโนมัติจาก median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sensor มาจากตาราง SENSORS (คอลัมน์ .InC) ที่เหลือมาจาก STATUS_ITEMS · line แปลงค่าเป็นตำแหน่ง Y (2 ระดับ ON/OFF หรือเทียบสัดส่วน) · marker วาดตอนเกิดเหตุการณ์ · value แสดงแค่ตัวเลข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ครึ่งหลังเป็นภาคปฏิบัติ ทำตามได้ทีละขั้น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รัน server ตัวเล็กของ Python ที่โฟลเดอร์โปรเจกต์ เปิด localhost:8000 · ห้ามเปิดไฟล์ด้วยดับเบิลคลิก · ถ้าแก้โค้ดแล้วไม่เปลี่ยนให้ Ctrl+F5 · ไฟล์จริงสำหรับทดสอบใส่ใน samples/private/ (ไม่ถูก commit)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 1: เปิดไฟล์จริงดูชื่อคอลัมน์และค่า (มีคำสั่ง python ใน GUIDE.md) · ขั้น 3 คือหัวใจ เพิ่มบรรทัดเดียว · ขั้น 5 กฎ: ไฟล์ตัวอย่างต้องมีข้อมูลทุกเส้น · ขั้น 7 ถ้าไม่อัปเดต CLAUDE.md ครั้งหน้าจะไม่มีใครรู้ว่าตั้งใจให้เป็นแบบนี้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อธิบายทีละช่อง ส่วนช่องเสริมอธิบายไว้ใน comment ด้านบน STATUS_ITEMS และใน GUIDE.md ข้อ 4 ถ้าต้องการหัวข้อใหม่ เพิ่มใน TABLE_GROUPS ใน main.js (slot = ตำแหน่งบนจอแนวนอน)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เกือบทุกอย่างแก้ที่ js/logformat.js · error ของเซนเซอร์ และค่าตัด/ต่อ ดึงสีจากเซนเซอร์/พัดลมเองอัตโนมัติ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เช็กลิสต์เต็มอยู่ใน GUIDE.md ข้อ 6 · big.log สร้างด้วย python tools/make-sample.py --big · ระหว่างโหลดไฟล์ใหญ่ลองเลื่อนหน้า/ขยับเมาส์ ต้องไม่ค้าง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3 สำคัญที่สุด: repo เป็น Public ไฟล์ log จริงหลุดขึ้นไปแล้วเอาคืนยาก .gitignore กัน *.log *.xlsx *.csv ~$* และ samples/private/ ไว้แล้ว แต่ต้องดู git status ทุกครั้ง · หลัง push ถ้ายังเห็นเวอร์ชันเก่าคือ browser cache กด Ctrl+F5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ตารางเต็มอยู่ใน GUIDE.md ข้อ 8 · N/A ที่ขึ้นเองส่วนใหญ่ถูกต้อง เช่น ตู้ไม่มี Ice maker, heater สั่งงานเป็น 0 ทั้งไฟล์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สรุป 5 ข้อที่ต้องจำ แล้วชี้ไปที่เอกสารฉบับเต็มใน 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°C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AHTH Graph 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คู่มือการพัฒนาและดูแลระบบ — ทำทีละขั้น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เว็บแสดงกราฟอุณหภูมิจากไฟล์ log ของตู้เย็น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Release 1.7 · https://ahth-graph-generator.github.io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โปรแกรมนี้คืออะไร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 static บน GitHub Pages — อ่านไฟล์ในเครื่องผู้ใช้ ไม่มี server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100+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MB ต่อไฟล์ log ที่อ่านได้
โดยหน้าเว็บไม่ค้าง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39312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server / database
ไฟล์ไม่ถูกส่งไปไหน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55664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ชนิดไฟล์ที่รับ
.log .txt .csv .xlsx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72016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40+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เส้นและสัญลักษณ์
บนกราฟเดียว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ใช้อะไรสร้าง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HTML + CSS + JavaScript ล้วน (ES modules) · ไม่มี build step · กราฟใช้ uPlot 1.6.32 จาก CDN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ใช้ทำอะไร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ดูอุณหภูมิ + การทำงานของ compressor / พัดลม / heater / valve / error ตามเวลา, เลือกช่วงดู Min/Max/Avg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ภาพรวมการทำงาน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จากไฟล์ที่ผู้ใช้เลือก จนกราฟและตารางขึ้นจอ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ผู้ใช้เลือกไฟล์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.log .csv .xlsx
หรือลากมาวาง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017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main.js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loadFile()
ส่งไฟล์ให้ Worker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303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parser.worker.js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+ sources.js
อ่านทีละแถว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589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typed array
ส่งกลับ main.js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875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ตาราง + กราฟ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buildItems()
renderStatsTable()
buildChart()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ทำไมต้อง Web Worker?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 80–100 MB ในหน้าเว็บตรงๆ จะค้างหลายวินาที — Worker อ่านเบื้องหลัง หน้าเว็บยังกด/เลื่อนได้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หลังจากนั้น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ผู้ใช้ zoom / เลือกช่วง / ชี้เมาส์ → chart.js แจ้ง main.js → อัปเดต Min/Max/Avg และค่า ณ เคอร์เซอร์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ไฟล์และหน้าที่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ค่าคงที่ทั้งหมดอยู่ที่ logformat.js ที่เดียว — การเพิ่มข้อมูลส่วนใหญ่แก้แค่ไฟล์นี้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js/logformat.js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ค่าคงที่: ชื่อคอลัมน์ SENSORS, STATUS_ITEMS, สี, ตำแหน่ง Y, parse วันที่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46520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js/main.js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จุดเริ่มต้น: ผูก UI, เรียก Worker, สร้างรายการ/ตาราง/กราฟ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59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js/parser.worker.js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อ่านไฟล์ทีละแถว หาคอลัมน์จากชื่อ ตรวจแถวเสีย (Web Worker)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46520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js/sources.js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 .log/.csv/.xlsx เป็นแถว (xlsx อ่านเองไม่ใช้ library)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59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js/chart.js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กราฟ uPlot + เมาส์: zoom / pan / เลือกช่วง + วาดสัญลักษณ์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520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js/stats.js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หาช่วง index จากเวลา + คำนวณ Min / Max / Avg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59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js/i18n.js · js/theme.js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สลับภาษา TH/EN · สลับโหมดสว่าง/มืด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tools/make-sample.py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สร้างไฟล์ตัวอย่าง (ข้อมูลปลอม) + ไฟล์เสียสำหรับทดสอบ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ข้างใน Worker: อ่านไฟล์อย่างไร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parser.worker.js — ทำทีละแถว ไม่โหลดทั้งไฟล์เข้าหน่วยความจำ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10512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755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แถวแรก = 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3055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MachineINIFile = RF55ID18.ini → แสดงเป็น Model / INI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06624"/>
            <a:ext cx="530352" cy="530352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6517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header → หาคอลัมน์จากชื่อ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02666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buildColumnMap() — ห้าม hard-code ตำแหน่ง เพราะ firmware ต่างรุ่นคอลัมน์ไม่เท่ากัน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02736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54787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ตัดสินรูปแบบวันที่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22776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7/24/2026 2:53 PM หรือ 16/09/2026 00:00 — ดูตัวเลขที่เกิน 12 ว่าอันไหนคือวัน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498848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443983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ตรวจทีละแถว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81888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คอลัมน์ขาด / วันที่ผิด / เวลาย้อน → ข้ามแถว นับจำนวน แจ้งเลขบรรทัด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394960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34009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เก็บค่า + หา 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 ×0.1 °C, *.Err ≠ 0 ไม่วาด · ห่างเกิน 3 × sampling = ข้อมูลขาด ตัดเส้น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 4 ชนิด (kind)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 รายการ = 1 แถวในตาราง — ชนิดกำหนดว่าบนกราฟหน้าตาเป็นอย่างไร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 flipV="1">
            <a:off x="822959" y="2377440"/>
            <a:ext cx="457201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80160" y="2377440"/>
            <a:ext cx="457200" cy="18288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737360" y="2240280"/>
            <a:ext cx="457200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94560" y="2240280"/>
            <a:ext cx="457200" cy="2286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59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เส้นอุณหภูมิ 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Freezer sensor
Refrigerator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SENSORS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3639312" y="2697480"/>
            <a:ext cx="54864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8795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87952" y="228600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2803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28032" y="269748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39312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เส้นขั้นบันได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Compressor, Power
Heater, Fan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50138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004303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0144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4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marker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สัญลักษณ์เล็กๆ ที่ Y คงที่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Software change
error, Ice making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97696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272016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63651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value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2016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ไม่มีในกราฟ
แสดงตัวเลขในตาราง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Door open count
Freezer 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2016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2103120"/>
            <a:ext cx="914400" cy="9144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ลงมือทำ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เตรียมเครื่อง → รันในเครื่อง → เพิ่มรายการใหม่ → ทดสอบ → Release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เตรียมเครื่อง + รันในเครื่อง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ไม่ต้องมี Node.js / npm — แก้ไฟล์แล้วรีเฟรช browser ได้เลย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892807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Python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รัน server + สร้างไฟล์ตัวอย่าง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2761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เก็บประวัติ / ส่งขึ้น GitHub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0439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60" y="36301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Browser รุ่นใหม่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Chrome / Edge / Firefox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44988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openpyxl (ไม่บังคับ)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00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สร้าง sample.xlsx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83080"/>
            <a:ext cx="5760720" cy="10972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80760" y="1965960"/>
            <a:ext cx="530352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6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python -m http.server 8000</a:t>
            </a:r>
          </a:p>
        </p:txBody>
      </p:sp>
      <p:sp>
        <p:nvSpPr>
          <p:cNvPr id="18" name="Oval 17"/>
          <p:cNvSpPr/>
          <p:nvPr/>
        </p:nvSpPr>
        <p:spPr>
          <a:xfrm>
            <a:off x="5897880" y="3108960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14553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 http://localhost:8000</a:t>
            </a:r>
          </a:p>
        </p:txBody>
      </p:sp>
      <p:sp>
        <p:nvSpPr>
          <p:cNvPr id="20" name="Oval 19"/>
          <p:cNvSpPr/>
          <p:nvPr/>
        </p:nvSpPr>
        <p:spPr>
          <a:xfrm>
            <a:off x="5897880" y="3675887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12463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"ลองด้วยไฟล์ตัวอย่าง" → เห็นกราฟครบ</a:t>
            </a:r>
          </a:p>
        </p:txBody>
      </p:sp>
      <p:sp>
        <p:nvSpPr>
          <p:cNvPr id="22" name="Oval 21"/>
          <p:cNvSpPr/>
          <p:nvPr/>
        </p:nvSpPr>
        <p:spPr>
          <a:xfrm>
            <a:off x="5897880" y="4242816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793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ต้องไม่มีสีแดง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493776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80760" y="50749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ห้ามดับเบิลคลิก index.html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(file://) — module / Worker ใช้ไม่ได้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แก้แล้วไม่เปลี่ยน?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Ctrl+F5 (browser จำไฟล์เก่า)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เพิ่มรายการใหม่ — 7 ขั้น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ตัวอย่าง: สถานะประตู doorsClosed (1 = ปิด, 0 = เปิด) เป็นจุดสีเทาตอนประตูเปิด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058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ดูข้อมูลจริง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ชื่อคอลัมน์ตรงตัว
ค่าที่เป็นไปได้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26060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85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เลือก 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85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sensor / line
marker / value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2062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เพิ่ม 1 บรรทัด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STATUS_ITEMS
ใน logformat.js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492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8064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ข้อความพิเศษ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589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cursorText()
(ถ้าต้องการ)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4066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ไฟล์ตัวอย่าง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make-sample.py
ต้องมีทุกเส้น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0068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9367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7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 + ไฟล์จริง
Console สะอาด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6070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7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อัปเดต
CLAUDE.md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9567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สเปกหลัก
ของโปรเจกต์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ส่วนใหญ่แก้แค่ขั้นที่ 3 + 5 + 7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อ่านคอลัมน์ใหม่ให้เองอัตโนมัติ ไม่ต้องแก้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ขั้นที่ 3 — เพิ่มใน STATUS_ITEMS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js/logformat.js · 1 รายการ = 1 object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6675120" cy="31546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621792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8B98A9"/>
                </a:solidFill>
                <a:latin typeface="Consolas"/>
                <a:ea typeface="Consolas"/>
                <a:cs typeface="Consolas"/>
              </a:rPr>
              <a:t>// ประตู: 1 = ปิด, 0 = เปิด → จุดเทาที่ Y = 51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{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key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column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"doorsClosed",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group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"system",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kind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"marker",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shape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"dot",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51,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drawWhen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"zero",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color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"rgb(150, 150, 150)",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th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display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"onOff" },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783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column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057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ชื่อคอลัมน์ในไฟล์ (ตรงตัว, ตัวพิมพ์เล็ก/ใหญ่ต้องตรง)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4231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69747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หัวข้อในตาราง เช่น system / control /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0632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33755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line / marker / value — ดูสไลด์ "รายการ 4 ชนิด"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703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y / drawWhen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97763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ตำแหน่งบนกราฟ / วาดตอนค่า ≠ 0 หรือ =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3434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display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617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ข้อความ ณ เคอร์เซอร์: onOff, raw, temp, error…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537667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เสริมได้: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noAvg · defaultOff · dash · behind · temp (×0.1 °C) · signed8 (234 → −22) · requires / absentWith (ไม่มีชิ้นส่วนในตู้)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งานแก้ไขที่เจอบ่อย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อยากทำอะไร → แก้ตรงไหน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เปลี่ยนสี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color ใน SENSORS / STATUS_ITEMS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เปลี่ยนตำแหน่ง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 · yWhenZero / yOtherwise · yRange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เปลี่ยนชื่อที่แสดง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th / 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ย้ายหัวข้อ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ย้ายกล่องบนจอแนวนอน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TABLE_GROUPS (slot) ใน main.js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ไม่ติ๊กตั้งแต่แรก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defaultOff: 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 TH/EN ใน 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data-th="…" data-en="…"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parseDateParts() ใน logformat.js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สีพื้น / โหมดมืด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:root / [data-theme=dark] ใน style.css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แกน 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Y_AXIS_RANGE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ทดสอบก่อนปล่อย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ทำทุกข้อก่อน push ทุกครั้ง — เริ่มด้วย Ctrl+F5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59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 .log .csv .xlsx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19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ไฟล์จริงใน samples/private/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big.log 80 MB ไม่ค้าง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59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samples/broken ขึ้น error ที่อ่านเข้าใจ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9312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หน้าจอ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39312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5072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จอแนวนอน: ตารางรอบกราฟ ในจอเดียว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39312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5072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จอแนวตั้ง / มือถือ ไม่มีแถบเลื่อนแนวนอน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9312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05072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 TH/EN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9312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5072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สลับสว่าง/มืด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55664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เมาส์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55664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1424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ลูกกลิ้ง zoom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55664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1424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ลากขวาเลื่อน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55664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ลากซ้ายเลือกช่วง + ป้ายเวลา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55664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1424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ดับเบิลคลิกดูทั้งหมด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97696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72016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สุดท้าย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72016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ไม่มี error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72016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37776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Min/Max/Avg เปลี่ยนตามช่วง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72016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7776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ค่า ณ เคอร์เซอร์ถูก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ปล่อยเวอร์ชันใหม่ (Release)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เว็บจริงอัปเดตจาก branch main — commit อย่างเดียวยังไม่ขึ้นเว็บ ต้อง push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เปลี่ยนเวอร์ชัน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APP_VERSION ใน main.js
+ บรรทัด "ตอนนี้ x.y" ใน CLAUDE.md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52627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5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ตามเช็กลิสต์ครบทุกข้อ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7531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39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git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ห้ามมี samples/private/
log / xlsx / csv จริง, ~$…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77240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commit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commit -m "Release 1.8: …"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52627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push origin 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27531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39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ตรวจเว็บจริง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รอ ~1 นาที → Ctrl+F5
ป้ายหัวเว็บเป็นเวอร์ชันใหม่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repo เป็น Public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ขั้นที่ 3 ดูด้วยตาทุกครั้ง แม้ .gitignore จะกันไว้แล้ว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แก้ปัญหาที่เจอบ่อย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อาการ → สาเหตุ → วิธีแก้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365760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อาการ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สาเหตุ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7532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วิธีแก้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365760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496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หน้าเว็บว่าง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3317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0" y="24963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เปิดด้วยดับเบิลคลิก (file://)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3317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75320" y="24963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รัน python -m http.server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17520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1821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แก้แล้วไม่เปลี่ยน / เวอร์ชันเก่า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0175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0" y="31821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browser cache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0175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20" y="31821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Ctrl+F5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703320"/>
            <a:ext cx="365760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3867911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ทุกแถวถูกข้าม วันที่ผิด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7033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0" y="3867911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37033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75320" y="3867911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แก้ parseDateParts()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389120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45537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"ไม่มีคอลัมน์ในไฟล์"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43891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0" y="45537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firmware รุ่นนี้ไม่มีคอลัมน์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43891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75320" y="45537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ปกติ — เช็กชื่อตัวพิมพ์เล็ก/ใหญ่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074920"/>
            <a:ext cx="365760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52395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รายการขึ้น N/A เอง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50749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72000" y="5239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กฎ "ไม่มีชิ้นส่วนในตู้"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5074920"/>
            <a:ext cx="3566160" cy="62179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275320" y="5239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ตั้งใจ — ดูกฎใน CLAUDE.md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5760720"/>
            <a:ext cx="3657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7240" y="5925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ไฟล์ใหญ่แล้วค้าง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57607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0" y="59253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แปลงข้อมูลแบบช้า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576072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75320" y="59253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ใช้ loop ห้าม Array.from(arr, fn)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กฎที่ต้องจำ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75564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หาคอลัมน์ด้วยชื่อเสมอ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1488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ห้าม hard-code ตำแหน่งคอลัมน์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651759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24327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ค่าคงที่อยู่ที่ logformat.js ที่เดียว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175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ชื่อคอลัมน์ สี ตำแหน่ง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3520439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493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ไฟล์ตัวอย่างต้องมีทุกเส้น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886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เพิ่มรายการใหม่ → แก้ make-sample.py ด้วย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891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3616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ห้าม commit ข้อมูลจริง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75488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repo เป็น Public — ดู git status ก่อน push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5257799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230367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CLAUDE.md คือสเปกหลัก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623559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กฎใหม่ทุกข้อต้องลงที่นี่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179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อ่านต่อ: docs/WORKFLOW.md · docs/GUIDE.md · CLAUDE.md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