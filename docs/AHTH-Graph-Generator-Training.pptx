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หน้าเว็บเป็น static site (GitHub Pages) · บริการวิเคราะห์ไฟล์ Log ทำทุกอย่างใน browser ไฟล์ไม่ถูก upload · บริการติดตามสถานะ Data Logger (v2.0) ดึงข้อมูลจาก Google Drive ผ่าน Cloudflare Worker ซึ่งตรวจ login ทุกคำขอ ·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v2.0 แยกเป็นหลายหน้า: หน้าแรกเลือกบริการ · หน้าวิเคราะห์ไฟล์คือหน้าเดิมของ v1 · หน้ากราฟของเครื่องใช้ analyze.html เดิม แค่เติม ?device= (ไม่ทำหน้าแยก เพื่อไม่ต้องดูแลหน้ากราฟ 2 ชุด) · monitor.html และ admin.html ต้อง login · ?demo = ข้อมูลจำลองไม่ต้อง login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ส่วนที่เพิ่มใน v2.0 — ดูข้อมูลจาก ESP32 Data Logger ได้โดยไม่ต้องดาวน์โหลดไฟล์มาเปิดเอง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 · เว็บถามข้อมูลใหม่ทุก 1 นาที และทันทีเมื่อกลับมาที่หน้า · ไฟล์วันที่ผ่านไปแล้วขอด้วย ?v=&lt;เวลาแก้ไข&gt; Worker และ browser จำไว้ถาวร โหลดใหม่เฉพาะไฟล์วันนี้ · Online = ไฟล์ถูกแก้ภายใน 25 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ไฟล์เดิม (main.js, chart.js, parser.worker.js …) ใช้ต่อทั้งหมด · parser.worker.js เพิ่ม espAdapter() ที่แปลงแถว ESP32 เป็นแถวแบบ log ก่อนส่งให้ parser เดิม · main.js เพิ่ม loadFile(…, { keepView }) ให้หน้ากราฟของเครื่องอัปเดตโดยไม่รีเซ็ตมุมมอง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espAdapter แปลงแถวแรก timestamp,raw_hex เป็น header [Timestamp + 187 ชื่อ] แล้วแต่ละแถวเป็นค่าที่ถอดแล้ว parser / กราฟ / Real data ใช้ของเดิมทั้งหมด · enum 16 ฟิลด์ยังเป็นเลขดิบ (ผู้ใช้จะเพิ่มตารางข้อความภายหลัง)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ชื่อย่อเซนเซอร์ใช้เฉพาะการ์ด (กราฟเต็มใช้ชื่อเต็ม) · แผงควบคุมดึงรายการกลุ่ม CONTROL PANEL ใน STATUS_ITEMS อัตโนมัติ · ปรับปรุงทุก 1 นาที + ทันทีเมื่อกลับมาที่หน้า ไอคอน ↻ หมุนระหว่างโหลด · กดการ์ด = analyze.html?device=&lt;ชื่อ&gt;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 เก็บใน localStorage (ต่อเครื่อง/browser) อายุ 30 วัน · ออกจากระบบหรือล้างข้อมูล browser ต้อง login ใหม่ · โควต้าอีเมล Apps Script ~100 ฉบับ/วัน (บัญชี Gmail) พอสำหรับผู้ใช้ ~10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เป็น Public: ค่าลับทุกตัวอยู่ในหน้าตั้งค่าของ Google / Cloudflare เท่านั้น · WORKER_URL เปิดเผยได้เพราะป้องกันด้วย login · ถ้าสงสัยว่ารหัสลับหลุด เปลี่ยนตามหัวข้อท้ายคู่มือ (SESSION_SECRET ใหม่ = ทุกคนต้อง login ใหม่)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 · ระบบสมาชิกทดสอบครบรอบ: สมัคร → อนุมัติ → ถอนสิทธิ์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และ docs/MONITORING-SETUP.md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ระบบวิเคราะห์และติดตามข้อมูลตู้เย็น: วิเคราะห์ไฟล์ Log + ติดตามสถานะ Data Logger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2.3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2 บริการ: วิเคราะห์ไฟล์ Log (ในเครื่อง) + ติดตามสถานะ Data Logger (ต้อง login)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บริการ: วิเคราะห์ไฟล์
+ ติดตาม Data Logger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 .log .txt
.csv .xlsx + CSV ดิบ ESP32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ข้อมูลอยู่ที่ไหน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ไฟล์ที่เปิดเองอ่านในเครื่องเท่านั้น · ข้อมูล Data Logger ดึงผ่าน Worker ที่ตรวจสิทธิ์ทุกคำขอ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หน้าเว็บทั้งหมด (v2.0)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แต่ละหน้ามีหน้าที่อะไร และทำเพื่ออะไร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97180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 (ไฟล์)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737360"/>
            <a:ext cx="3977639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749040" y="1828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หน้าที่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063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1812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ทำเพื่ออะไร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35640" y="1737360"/>
            <a:ext cx="777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0" y="1828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350008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240280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350008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หน้าแรก: การ์ดเลือก 2 บริการ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240280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18120" y="23500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จุดเริ่มต้นเดียว · ลิงก์เก่า (เช่น /?pentest) ส่งต่อไปหน้าวิเคราะห์ไฟล์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2240280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0" y="2350008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44952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154680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044952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49040" y="315468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วิเคราะห์ไฟล์ Log: นำเข้าไฟล์ → กราฟ ตาราง Real data โน้ต บันทึกรูป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3044952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18120" y="31546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ตรวจปัญหาจากไฟล์ log ที่มีอยู่ ข้อมูลไม่ออกจากเครื่อง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35640" y="3044952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972800" y="3154680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ไม่ต้อง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9624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3959352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analyze.html?device=Q003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849624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749040" y="3959352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กราฟเต็มของ Data Logger 1 เครื่อง ปรับปรุงเอง ช่วง 1–60 วัน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3849624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18120" y="39593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ใช้หน้ากราฟเดิมทั้งหมด ไม่ต้องดาวน์โหลดไฟล์มาเปิดเอง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35640" y="3849624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972800" y="3959352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654296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476402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monitor.html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11880" y="4654296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749040" y="4764024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Logger: สถานะ, กราฟย่อ 24 ชม., อุณหภูมิ, แผงควบคุม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4654296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818120" y="47640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ดูทุกเครื่องในหน้าเดียว รู้ทันทีว่าเครื่องไหน Offline / มี error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835640" y="4654296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764024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458968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5568696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admin.html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5458968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49040" y="5568696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จัดการผู้ใช้: อนุมัติ / ปฏิเสธ / ถอนสิทธิ์ / ลบ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60" y="5458968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818120" y="5568696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ให้แอดมินคนเดียวควบคุมว่าใครเห็นข้อมูลได้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835640" y="5458968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972800" y="5568696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ทุกหน้าใช้หัวเว็บ / ท้ายเว็บ / ภาษา / โหมดสว่าง-มืด / time zone ร่วมกันจาก js/site.js — ห้ามก๊อปโค้ดแยกแต่ละหน้า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ไฟล์หลักของการวิเคราะห์ไฟล์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จุดเริ่มต้นหน้า analyze: ผูก UI, เรียก Worker, ตาราง/กราฟ, time zone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 · js/rawdata.js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แปลงไฟล์เป็นแถว (xlsx อ่านเอง) · หน้าต่าง Real data + Export 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 · js/annotate.js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 / นิ้ว / ปากกา · วาดโน้ตบนกราฟ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ติดตามสถานะ Data Logger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 · ไฟล์แต่ละไฟล์ทำอะไร · ระบบสมาชิก · ค่าลับอยู่ที่ไหน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 ESP32 ที่ตู้ จนขึ้นการ์ดและกราฟบนเว็บ — ทุกส่วนใช้แบบฟรี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ESP32
Data Logger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UART ของตู้
เขียน CSV ทุก 10 นาที
ไฟล์ใหม่ทุกวัน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ต้นทางข้อมูล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Google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เก็บไฟล์
uart_log_DataLogger_
&lt;device&gt;_&lt;วันที่&gt;.csv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โฟลเดอร์ private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46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Apps Script
Code.gs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อ่านรายการไฟล์ 62 วัน
ส่งเนื้อไฟล์ + ส่งอีเมล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32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Cloudflare
Worker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ตรวจ login ทุกคำขอ
รายชื่อผู้ใช้ใน KV
จำไฟล์เก่าไว้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ถือค่าลับแทนเว็บ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18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เว็บ
monitor / 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ถอดรหัส 228 byte
ใน Worker ของ browser
→ การ์ด + กราฟ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ใช้ parser / กราฟเดิม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ทำไมต้องมี Worker?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repo เป็น Public — รหัสลับใส่ในเว็บไม่ได้ Worker ถือรหัสแทน + ตรวจว่าผู้ใช้ได้รับอนุมัติ + เปิด CORS ให้เว็บเรา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ทำไมใช้ Apps Script?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ด้วยสิทธิ์บัญชีเราได้เลย ไม่ต้องทำโฟลเดอร์ public และใช้ MailApp ส่งรหัส OTP ได้ฟรี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ไฟล์หน้าเว็บที่เพิ่มใน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หน้าที่ · ทำเพื่ออะไร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js/site.js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ส่วนที่ทุกหน้าใช้: เวอร์ชัน (APP_VERSION), ภาษา, โหมดมืด, นาฬิกา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แก้ที่เดียวมีผลทุกหน้า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js/espdecoder.js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ตาราง 187 ฟิลด์ + ถอด frame 228 byte เป็นค่า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เปิด CSV ดิบจาก ESP32 ได้เหมือนไฟล์ .log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js/config.js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WORKER_URL, ปรับปรุงทุก 1 นาที, Offline 25 นาที, ช่วงวัน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รวมค่าตั้งของ Monitoring ไว้ที่เดียว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js/monitor-api.js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ดึงรายการเครื่อง / ไฟล์, จำไฟล์, สถานะ 3 แบบ, ข้อมูลจำลอง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จุดเดียวที่คุยเรื่องข้อมูล Data Logger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js/auth.js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คุยกับ Worker: ขอรหัส, ยืนยัน, ขอสิทธิ์, API แอดมิน,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แนบ token อัตโนมัติทุกคำขอ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js/login-ui.js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หน้าจอเข้าสู่ระบบ / ขอสิทธิ์ / รออนุมัติ + แถบผู้ใช้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ทุกหน้าที่ต้อง login ใช้ตัวเดียวกัน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 + กราฟย่อ + ค้นหา / กรอง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ภาพรวมทุกเครื่องในหน้าเดียว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0080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js/live.js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analyze.html?device=: โหลดไฟล์ช่วงวัน → loadFile(keepView)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กราฟเต็มที่ปรับปรุงเองโดยคงซูม / โน้ต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js/admin.js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แท็บสถานะผู้ใช้ + ปุ่มอนุมัติ / ปฏิเสธ / ถอนสิทธิ์ / ลบ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แอดมินจัดการสิทธิ์ได้จากหน้าเว็บ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0080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tools/make-esp-sample.py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 CSV ดิบปลอม (DEMO01) จากข้อมูลตัวอย่าง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ทดสอบตัวถอดรหัส + โหมด ?demo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ถอดรหัส CSV ดิบจาก ESP32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js/espdecoder.js + espAdapter() ใน parser.worker.js — เปิดในหน้าวิเคราะห์ไฟล์ Log ได้ด้วย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timestamp,raw_hex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2026-07-22 00:00:06,</a:t>
            </a:r>
            <a:r>
              <a:rPr sz="1400" b="0" i="0">
                <a:solidFill>
                  <a:srgbClr val="FFC87A"/>
                </a:solidFill>
                <a:latin typeface="Consolas"/>
                <a:ea typeface="Consolas"/>
                <a:cs typeface="Consolas"/>
              </a:rPr>
              <a:t>3D 00 36 01 1D 0C 62 0E 00 06 FA …</a:t>
            </a:r>
            <a:r>
              <a:rPr sz="14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  (228 byte)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017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สถานะ, enum, timer 8 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30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93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int8(b[o])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930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Cabin[n].display มีเครื่องหมาย (234 → −22)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684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u16le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9684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 + b[o+1]×256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684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timer 16 bit, fan, flap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43983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s16be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44398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int16(b[o]×256 + b[o+1])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44398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อุณหภูมิ (ค่าดิบ ไม่หาร)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194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(b[o] &gt;&gt; n) &amp;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9194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ธง เช่น doorsClosed, errHighTemp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971800"/>
            <a:ext cx="3383280" cy="242316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กฎสำคัญ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WorkMode อยู่ offset 226 แต่ลำดับคอลัมน์ที่ 85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byte ไม่ครบ / ไม่ใช่ hex → ข้ามแถว ห้ามเติม 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เวลาในไฟล์ = เวลาไทย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Stock.No เป็น 0 ทั้งหมด → 0000000000-V99R24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ตรวจแล้ว: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ตรงกับสคริปต์ Python อ้างอิงทุกฟิลด์ทุกแถว · หัวตาราง 187 ฟิลด์ตรงกับ log จริงของโปรแกรม PC ทุก byte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หน้าติดตามสถานะ: การ์ด 1 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monitor.html — ชี้เมาส์ / แตะบนกราฟย่อ = ค่าในการ์ดเปลี่ยนเป็นค่า ณ เวลานั้น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8308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ชื่อ + สถานะ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66543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Online / ไม่มีข้อมูลจากตู้ / Offline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49631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505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ซอฟต์แวร์ + ข้อมูล 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79775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เวลาของแถวที่แสดง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209544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6382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กราฟย่อ 24 ชม.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เฉพาะอุณหภูมิ สูง 200 px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922776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770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อุณหภูมิ 5 ตัว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TC / F / FD / R / RD-sensor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636007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แผงควบคุม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947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R / F set, Shabbat, ECO, Ice making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34924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03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ท้ายการ์ด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63270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แจ้งเตือน · ปรับปรุงล่าสุด · ดูกราฟเต็ม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สถานะของเครื่อง (deviceStatus)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4028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63640" y="23500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A8F3C"/>
                </a:solidFill>
                <a:latin typeface="Leelawadee UI"/>
                <a:ea typeface="Leelawadee UI"/>
                <a:cs typeface="Leelawadee UI"/>
              </a:rPr>
              <a:t>● Online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791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ไฟล์ใน Drive ถูกปรับปรุงภายใน 25 นาที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9184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63640" y="34015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B07000"/>
                </a:solidFill>
                <a:latin typeface="Leelawadee UI"/>
                <a:ea typeface="Leelawadee UI"/>
                <a:cs typeface="Leelawadee UI"/>
              </a:rPr>
              <a:t>● Online · ไม่มีข้อมูลจากตู้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7307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ไฟล์ยังถูกปรับปรุง แต่แถวล่าสุดเก่ากว่าเกิน 25 นาที
= ESP32 ต่อเน็ตได้ แต่ไม่ได้ข้อมูลจากตู้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434340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63640" y="44531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● Offline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78231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ไฟล์ไม่ถูกปรับปรุงเกิน 25 นาที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440680"/>
            <a:ext cx="5577840" cy="7315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63640" y="555040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แจ้งเตือน  </a:t>
            </a: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errHighTemp ≠ 0 = อุณหภูมิสูง · *.Err ≠ 0 = เซนเซอร์ผิดปกติ (จากแถวล่าสุด)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ระบบสมาชิก (login + อนุมัติ)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ใครก็สมัครได้ — แอดมินคนเดียวเป็นผู้อนุมัติ · คนไม่ได้รับอนุมัติไม่ได้ข้อมูลเลย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กรอกอีเมล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Worker ส่งรหัส
6 หลักทางอีเมล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ใส่รหัส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login สำเร็จ
ค้างไว้ 30 วัน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ขอสิทธิ์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 / แผนก / เหตุผล
→ อีเมลแจ้งแอดมิน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แอดมินอนุมัติ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admin.html
→ อีเมลแจ้งผู้ใช้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ใช้งาน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เห็นการ์ด + กราฟ
ข้อมูลจริง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รหัส OTP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ใช้ได้ 10 นาที · ใส่ผิดได้ 5 ครั้ง · ขอได้ 5 ครั้ง/ชม./อีเมล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ถอนสิทธิ์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มีผลภายใน ~1 นาที แม้ยัง login ค้างอยู่ · ปฏิเสธ/ถอนแล้วขอใหม่ได้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= อีเมลใน ADMIN_EMAIL (Worker secret) ได้สิทธิ์เสมอ ไม่ต้องอนุมัติ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ตรวจที่ไหน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ตรวจทุกคำขอ — หน้าเว็บแค่แสดงผล รู้ URL ก็ไม่ได้ข้อมูล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โค้ดฝั่งเซิร์ฟเวอร์ + ค่าลับอยู่ที่ไหน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อยู่ใน repo เพื่อเก็บประวัติ แต่ต้อง deploy เอง — คู่มือ docs/MONITORING-SETUP.md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server/apps-script/Code.gs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Google Apps Script (Web 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?action=index → รายการเครื่อง + ไฟล์ 62 วัน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?action=file → เนื้อไฟล์ (เฉพาะในโฟลเดอร์)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POST mail → ส่งรหัส / แจ้งแอดมิน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20439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server/worker/worker.js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Cloudflare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/auth/… → login, ขอสิทธิ์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/index, /file → ข้อมูล (อนุมัติแล้วเท่านั้น)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/admin/users → จัดการผู้ใช้ (แอดมิน)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ค่าตั้ง / ค่าลับ → เก็บที่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SECRET · FOLDER_ID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Apps Script → Script 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7180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30449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APPS_SCRIPT_KEY · SESSION_SECRET · ADMIN_EMAIL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37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and Secrets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4903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APPS_SCRIPT_URL · KV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/ Bindings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2627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45994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WORKER_URL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92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js/config.js (เปิดเผยได้)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5955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แก้ไฟล์ใน server/ แล้วต้อง deploy เอง:  </a:t>
            </a:r>
            <a:r>
              <a:rPr sz="1300" b="0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Code.gs → Deploy → Manage deployments → New version · worker.js → Edit code → วาง → Deploy · ห้ามใส่ค่าลับในไฟล์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"ทดลองใช้งานด้วยไฟล์ตัวอย่าง"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ห้ามดับเบิลคลิกไฟล์ 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 · ลากขวาเลื่อน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 = Real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ปุ่ม "ดูทั้งหมด"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monitor.html?demo ครบ 3 สถานะ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login จริง → การ์ดข้อมูลจริง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กดการ์ด → กราฟเต็ม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72016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7776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site.js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2.3: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 server/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push อย่างเดียวไม่พอ — ต้อง deploy Code.gs / worker.js เองด้วย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43784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953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55848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67912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3977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44897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92040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0017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404104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7240" y="5513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ไม่ได้รับรหัส OTP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อยู่ใน Spam / โควต้าอีเมลหมด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7532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ดู Spam · รอวันถัดไป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16168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77240" y="60258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Monitoring: เชื่อมต่อไม่สำเร็จ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57200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/ Apps Script ตั้งค่าไม่ตรง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7532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ทดสอบตามคู่มือขั้นที่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618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11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04872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77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706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163824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363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95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22776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953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 / ค่าลับ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8853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 · ค่าลับอยู่ใน Google / Cloudflare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681728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542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ส่วนที่ใช้ร่วมกันอยู่ที่เดียว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47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site.js · login-ui.js · หน้ากราฟเดียว (analyze.html)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44067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1324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06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docs/MONITORING-SETUP.md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