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210389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แนะนำตัวโปรเจกต์: เว็บที่อ่านไฟล์ log ของตู้เย็นแล้วแสดงกราฟอุณหภูมิและสถานะชิ้นส่วน สไลด์ชุดนี้สอนว่าโปรแกรมทำงานอย่างไร และทำงานประจำ (เพิ่มรายการ ทดสอบ release) ทีละขั้น เอกสารละเอียดอยู่ใน docs/WORKFLOW.md และ docs/GUIDE.md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จุดสำคัญ: เป็น static site ไม่มี backend ทุกอย่างทำใน browser ของผู้ใช้ ไฟล์ log ไม่ถูก upload ไฟล์จริงใหญ่ได้ถึง 100 MB (~200,000 แถว) จึงต้องอ่านใน Web Worker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เล่าตามลูกศร: ผู้ใช้เลือกไฟล์ → main.js สร้าง Worker แล้วส่ง File object ไป (ไม่ upload) → Worker ใช้ sources.js แปลงไฟล์เป็นแถว หาคอลัมน์จากชื่อ เก็บค่าลง typed array → ส่ง result กลับ → main.js สร้างรายการ ตาราง กราฟ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เน้น logformat.js: ชื่อคอลัมน์ สี ตำแหน่ง ทั้งหมดอยู่ที่นี่ การเพิ่มเส้นใหม่ส่วนใหญ่เพิ่มบรรทัดเดียวใน STATUS_ITEMS Worker จะอ่านคอลัมน์ให้เองอัตโนมัติ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ขั้นที่ 2 (หาคอลัมน์จากชื่อ) สำคัญที่สุด: ไฟล์จาก firmware ต่างรุ่นมีจำนวน/ลำดับคอลัมน์ต่างกัน ถ้าไม่มีคอลัมน์ไหนจะแจ้งผู้ใช้แต่ไม่หยุด · วันที่มีหลายรูปแบบตาม logger · sampling หาอัตโนมัติจาก median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sensor มาจากตาราง SENSORS (คอลัมน์ .InC) ที่เหลือมาจาก STATUS_ITEMS · line แปลงค่าเป็นตำแหน่ง Y (2 ระดับ ON/OFF หรือเทียบสัดส่วน) · marker วาดตอนเกิดเหตุการณ์ · value แสดงแค่ตัวเลข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ครึ่งหลังเป็นภาคปฏิบัติ ทำตามได้ทีละขั้น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รัน server ตัวเล็กของ Python ที่โฟลเดอร์โปรเจกต์ เปิด localhost:8000 · ห้ามเปิดไฟล์ด้วยดับเบิลคลิก · ถ้าแก้โค้ดแล้วไม่เปลี่ยนให้ Ctrl+F5 · ไฟล์จริงสำหรับทดสอบใส่ใน samples/private/ (ไม่ถูก commit)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ขั้น 1: เปิดไฟล์จริงดูชื่อคอลัมน์และค่า (มีคำสั่ง python ใน GUIDE.md) · ขั้น 3 คือหัวใจ เพิ่มบรรทัดเดียว · ขั้น 5 กฎ: ไฟล์ตัวอย่างต้องมีข้อมูลทุกเส้น · ขั้น 7 ถ้าไม่อัปเดต CLAUDE.md ครั้งหน้าจะไม่มีใครรู้ว่าตั้งใจให้เป็นแบบนี้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อธิบายทีละช่อง ส่วนช่องเสริมอธิบายไว้ใน comment ด้านบน STATUS_ITEMS และใน GUIDE.md ข้อ 4 ถ้าต้องการหัวข้อใหม่ เพิ่มใน TABLE_GROUPS ใน main.js (slot = ตำแหน่งบนจอแนวนอน)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เกือบทุกอย่างแก้ที่ js/logformat.js · error ของเซนเซอร์ และค่าตัด/ต่อ ดึงสีจากเซนเซอร์/พัดลมเองอัตโนมัติ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เช็กลิสต์เต็มอยู่ใน GUIDE.md ข้อ 6 · big.log สร้างด้วย python tools/make-sample.py --big · ระหว่างโหลดไฟล์ใหญ่ลองเลื่อนหน้า/ขยับเมาส์ ต้องไม่ค้าง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ขั้นที่ 3 สำคัญที่สุด: repo เป็น Public ไฟล์ log จริงหลุดขึ้นไปแล้วเอาคืนยาก .gitignore กัน *.log *.xlsx *.csv ~$* และ samples/private/ ไว้แล้ว แต่ต้องดู git status ทุกครั้ง · หลัง push ถ้ายังเห็นเวอร์ชันเก่าคือ browser cache กด Ctrl+F5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ตารางเต็มอยู่ใน GUIDE.md ข้อ 8 · N/A ที่ขึ้นเองส่วนใหญ่ถูกต้อง เช่น ตู้ไม่มี Ice maker, heater สั่งงานเป็น 0 ทั้งไฟล์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สรุป 5 ข้อที่ต้องจำ แล้วชี้ไปที่เอกสารฉบับเต็มใน repo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28/09/2026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28/09/2026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28/09/2026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28/09/2026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28/09/2026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28/09/2026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28/09/2026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28/09/2026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28/09/2026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28/09/2026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28/09/2026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28/09/2026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6DBE52B-4F7C-5F9D-1F69-B941145735F9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9942513" y="6642100"/>
            <a:ext cx="2211387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Sensitivity: Internal / Non-Personal Data</a:t>
            </a: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731520" y="1097280"/>
            <a:ext cx="822960" cy="82296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°C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AHTH Graph Generator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4612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คู่มือการพัฒนาและดูแลระบบ — ทำทีละขั้น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1480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 i="0">
                <a:solidFill>
                  <a:srgbClr val="B8C4D4"/>
                </a:solidFill>
                <a:latin typeface="Leelawadee UI"/>
                <a:ea typeface="Leelawadee UI"/>
                <a:cs typeface="Leelawadee UI"/>
              </a:rPr>
              <a:t>เว็บแสดงกราฟอุณหภูมิจากไฟล์ log ของตู้เย็น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 i="0">
                <a:solidFill>
                  <a:srgbClr val="B8C4D4"/>
                </a:solidFill>
                <a:latin typeface="Leelawadee UI"/>
                <a:ea typeface="Leelawadee UI"/>
                <a:cs typeface="Leelawadee UI"/>
              </a:rPr>
              <a:t>Release 1.5 · https://ahth-graph-generator.github.io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โปรแกรมนี้คืออะไร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เว็บ static บน GitHub Pages — อ่านไฟล์ในเครื่องผู้ใช้ ไม่มี server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2606040" cy="237744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59" y="2148840"/>
            <a:ext cx="21945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4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100+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3154680"/>
            <a:ext cx="21031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MB ต่อไฟล์ log ที่อ่านได้
โดยหน้าเว็บไม่ค้าง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64992" y="1828800"/>
            <a:ext cx="2606040" cy="237744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39312" y="2148840"/>
            <a:ext cx="21945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400" b="1" i="0">
                <a:solidFill>
                  <a:srgbClr val="0E7C86"/>
                </a:solidFill>
                <a:latin typeface="Leelawadee UI"/>
                <a:ea typeface="Leelawadee UI"/>
                <a:cs typeface="Leelawadee UI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39312" y="3154680"/>
            <a:ext cx="21031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server / database
ไฟล์ไม่ถูกส่งไปไหน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4" y="1828800"/>
            <a:ext cx="2606040" cy="237744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55664" y="2148840"/>
            <a:ext cx="21945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400" b="1" i="0">
                <a:solidFill>
                  <a:srgbClr val="0E7C86"/>
                </a:solidFill>
                <a:latin typeface="Leelawadee UI"/>
                <a:ea typeface="Leelawadee UI"/>
                <a:cs typeface="Leelawadee U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5664" y="3154680"/>
            <a:ext cx="21031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ชนิดไฟล์ที่รับ
.log .txt .csv .xlsx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97696" y="1828800"/>
            <a:ext cx="2606040" cy="237744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272016" y="2148840"/>
            <a:ext cx="21945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400" b="1" i="0">
                <a:solidFill>
                  <a:srgbClr val="0E7C86"/>
                </a:solidFill>
                <a:latin typeface="Leelawadee UI"/>
                <a:ea typeface="Leelawadee UI"/>
                <a:cs typeface="Leelawadee UI"/>
              </a:rPr>
              <a:t>40+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72016" y="3154680"/>
            <a:ext cx="21031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เส้นและสัญลักษณ์
บนกราฟเดียว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663440"/>
            <a:ext cx="1106424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ใช้อะไรสร้าง  </a:t>
            </a:r>
            <a:r>
              <a:rPr sz="16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HTML + CSS + JavaScript ล้วน (ES modules) · ไม่มี build step · กราฟใช้ uPlot 1.6.32 จาก CDN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ใช้ทำอะไร  </a:t>
            </a:r>
            <a:r>
              <a:rPr sz="16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ดูอุณหภูมิ + การทำงานของ compressor / พัดลม / heater / valve / error ตามเวลา, เลือกช่วงดู Min/Max/Avg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ภาพรวมการทำงาน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จากไฟล์ที่ผู้ใช้เลือก จนกราฟและตารางขึ้นจอ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03120"/>
            <a:ext cx="1965960" cy="21031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Oval 4"/>
          <p:cNvSpPr/>
          <p:nvPr/>
        </p:nvSpPr>
        <p:spPr>
          <a:xfrm>
            <a:off x="731520" y="228600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80360"/>
            <a:ext cx="1600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ผู้ใช้เลือกไฟล์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337560"/>
            <a:ext cx="16002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.log .csv .xlsx
หรือลากมาวาง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560320" y="301752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2834640" y="2103120"/>
            <a:ext cx="1965960" cy="210312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Oval 9"/>
          <p:cNvSpPr/>
          <p:nvPr/>
        </p:nvSpPr>
        <p:spPr>
          <a:xfrm>
            <a:off x="3017520" y="228600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880360"/>
            <a:ext cx="1600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main.js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3337560"/>
            <a:ext cx="16002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loadFile()
ส่งไฟล์ให้ Worker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846320" y="301752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5120640" y="2103120"/>
            <a:ext cx="1965960" cy="210312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Oval 14"/>
          <p:cNvSpPr/>
          <p:nvPr/>
        </p:nvSpPr>
        <p:spPr>
          <a:xfrm>
            <a:off x="5303520" y="228600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2880360"/>
            <a:ext cx="1600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parser.worker.js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3337560"/>
            <a:ext cx="16002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+ sources.js
อ่านทีละแถว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132320" y="301752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406640" y="2103120"/>
            <a:ext cx="1965960" cy="21031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Oval 19"/>
          <p:cNvSpPr/>
          <p:nvPr/>
        </p:nvSpPr>
        <p:spPr>
          <a:xfrm>
            <a:off x="7589519" y="228600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19" y="2880360"/>
            <a:ext cx="1600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result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19" y="3337560"/>
            <a:ext cx="16002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typed array
ส่งกลับ main.js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418320" y="301752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9692640" y="2103120"/>
            <a:ext cx="1965960" cy="21031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Oval 24"/>
          <p:cNvSpPr/>
          <p:nvPr/>
        </p:nvSpPr>
        <p:spPr>
          <a:xfrm>
            <a:off x="9875519" y="228600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75519" y="2880360"/>
            <a:ext cx="1600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ตาราง + กราฟ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19" y="3337560"/>
            <a:ext cx="16002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buildItems()
renderStatsTable()
buildChart()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663440"/>
            <a:ext cx="11064240" cy="1417320"/>
          </a:xfrm>
          <a:prstGeom prst="roundRect">
            <a:avLst>
              <a:gd name="adj" fmla="val 8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22960" y="484632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ทำไมต้อง Web Worker?  </a:t>
            </a: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อ่านไฟล์ 80–100 MB ในหน้าเว็บตรงๆ จะค้างหลายวินาที — Worker อ่านเบื้องหลัง หน้าเว็บยังกด/เลื่อนได้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หลังจากนั้น  </a:t>
            </a: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ผู้ใช้ zoom / เลือกช่วง / ชี้เมาส์ → chart.js แจ้ง main.js → อัปเดต Min/Max/Avg และค่า ณ เคอร์เซอร์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ไฟล์และหน้าที่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ค่าคงที่ทั้งหมดอยู่ที่ logformat.js ที่เดียว — การเพิ่มข้อมูลส่วนใหญ่แก้แค่ไฟล์นี้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5440680" cy="932688"/>
          </a:xfrm>
          <a:prstGeom prst="roundRect">
            <a:avLst>
              <a:gd name="adj" fmla="val 8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59" y="1911095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js/logformat.js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258568"/>
            <a:ext cx="49377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ค่าคงที่: ชื่อคอลัมน์ SENSORS, STATUS_ITEMS, สี, ตำแหน่ง Y, parse วันที่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783080"/>
            <a:ext cx="5440680" cy="932688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46520" y="1911095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js/main.js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2258568"/>
            <a:ext cx="49377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จุดเริ่มต้น: ผูก UI, เรียก Worker, สร้างรายการ/ตาราง/กราฟ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80360"/>
            <a:ext cx="5440680" cy="932688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59" y="3008376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js/parser.worker.js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3355848"/>
            <a:ext cx="49377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อ่านไฟล์ทีละแถว หาคอลัมน์จากชื่อ ตรวจแถวเสีย (Web Worker)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2880360"/>
            <a:ext cx="5440680" cy="932688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46520" y="3008376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js/sources.js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3355848"/>
            <a:ext cx="49377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แปลง .log/.csv/.xlsx เป็นแถว (xlsx อ่านเองไม่ใช้ library)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977639"/>
            <a:ext cx="5440680" cy="932688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59" y="4105655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js/chart.js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" y="4453127"/>
            <a:ext cx="49377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กราฟ uPlot + เมาส์: zoom / pan / เลือกช่วง + วาดสัญลักษณ์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977639"/>
            <a:ext cx="5440680" cy="932688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46520" y="4105655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js/stats.js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453127"/>
            <a:ext cx="49377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หาช่วง index จากเวลา + คำนวณ Min / Max / Avg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074920"/>
            <a:ext cx="5440680" cy="932688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2959" y="5202936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js/i18n.js · js/theme.js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59" y="5550408"/>
            <a:ext cx="49377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สลับภาษา TH/EN · สลับโหมดสว่าง/มืด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5074920"/>
            <a:ext cx="5440680" cy="932688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46520" y="5202936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tools/make-sample.py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5550408"/>
            <a:ext cx="49377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สร้างไฟล์ตัวอย่าง (ข้อมูลปลอม) + ไฟล์เสียสำหรับทดสอบ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ข้างใน Worker: อ่านไฟล์อย่างไร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parser.worker.js — ทำทีละแถว ไม่โหลดทั้งไฟล์เข้าหน่วยความจำ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810512"/>
            <a:ext cx="530352" cy="530352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755648"/>
            <a:ext cx="3840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แถวแรก = metadata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2130552"/>
            <a:ext cx="10058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MachineINIFile = RF55ID18.ini → แสดงเป็น Model / INI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706624"/>
            <a:ext cx="530352" cy="530352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651760"/>
            <a:ext cx="3840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header → หาคอลัมน์จากชื่อ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3026664"/>
            <a:ext cx="10058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buildColumnMap() — ห้าม hard-code ตำแหน่ง เพราะ firmware ต่างรุ่นคอลัมน์ไม่เท่ากัน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602736"/>
            <a:ext cx="530352" cy="530352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3547872"/>
            <a:ext cx="3840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ตัดสินรูปแบบวันที่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922776"/>
            <a:ext cx="10058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7/24/2026 2:53 PM หรือ 16/09/2026 00:00 — ดูตัวเลขที่เกิน 12 ว่าอันไหนคือวัน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498848"/>
            <a:ext cx="530352" cy="530352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4443983"/>
            <a:ext cx="3840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ตรวจทีละแถว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818888"/>
            <a:ext cx="10058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คอลัมน์ขาด / วันที่ผิด / เวลาย้อน → ข้ามแถว นับจำนวน แจ้งเลขบรรทัด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5394960"/>
            <a:ext cx="530352" cy="530352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5340096"/>
            <a:ext cx="3840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เก็บค่า + หา sampling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5715000"/>
            <a:ext cx="10058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ค่า ×0.1 °C, *.Err ≠ 0 ไม่วาด · ห่างเกิน 3 × sampling = ข้อมูลขาด ตัดเส้น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รายการ 4 ชนิด (kind)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1 รายการ = 1 แถวในตาราง — ชนิดกำหนดว่าบนกราฟหน้าตาเป็นอย่างไร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2606040" cy="429768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5" name="Connector 4"/>
          <p:cNvCxnSpPr/>
          <p:nvPr/>
        </p:nvCxnSpPr>
        <p:spPr>
          <a:xfrm flipV="1">
            <a:off x="822959" y="2377440"/>
            <a:ext cx="457201" cy="32004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280160" y="2377440"/>
            <a:ext cx="457200" cy="18288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1737360" y="2240280"/>
            <a:ext cx="457200" cy="32004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94560" y="2240280"/>
            <a:ext cx="457200" cy="22860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59" y="3017520"/>
            <a:ext cx="2103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sensor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520440"/>
            <a:ext cx="21031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เส้นอุณหภูมิ °C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4343400"/>
            <a:ext cx="21031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Freezer sensor
Refrigerator sensor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5440680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SENSORS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64992" y="1783080"/>
            <a:ext cx="2606040" cy="429768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4" name="Connector 13"/>
          <p:cNvCxnSpPr/>
          <p:nvPr/>
        </p:nvCxnSpPr>
        <p:spPr>
          <a:xfrm>
            <a:off x="3639312" y="2697480"/>
            <a:ext cx="548640" cy="0"/>
          </a:xfrm>
          <a:prstGeom prst="line">
            <a:avLst/>
          </a:prstGeom>
          <a:ln w="38100">
            <a:solidFill>
              <a:srgbClr val="FF0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4187952" y="2286000"/>
            <a:ext cx="0" cy="411480"/>
          </a:xfrm>
          <a:prstGeom prst="line">
            <a:avLst/>
          </a:prstGeom>
          <a:ln w="38100">
            <a:solidFill>
              <a:srgbClr val="FF0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187952" y="2286000"/>
            <a:ext cx="640080" cy="0"/>
          </a:xfrm>
          <a:prstGeom prst="line">
            <a:avLst/>
          </a:prstGeom>
          <a:ln w="38100">
            <a:solidFill>
              <a:srgbClr val="FF0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828032" y="2286000"/>
            <a:ext cx="0" cy="411480"/>
          </a:xfrm>
          <a:prstGeom prst="line">
            <a:avLst/>
          </a:prstGeom>
          <a:ln w="38100">
            <a:solidFill>
              <a:srgbClr val="FF0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828032" y="2697480"/>
            <a:ext cx="640080" cy="0"/>
          </a:xfrm>
          <a:prstGeom prst="line">
            <a:avLst/>
          </a:prstGeom>
          <a:ln w="38100">
            <a:solidFill>
              <a:srgbClr val="FF0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639312" y="3017520"/>
            <a:ext cx="2103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39312" y="3520440"/>
            <a:ext cx="21031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เส้นขั้นบันได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39312" y="4343400"/>
            <a:ext cx="21031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Compressor, Power
Heater, Fan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9312" y="5440680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STATUS_ITEMS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81344" y="1783080"/>
            <a:ext cx="2606040" cy="429768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Oval 23"/>
          <p:cNvSpPr/>
          <p:nvPr/>
        </p:nvSpPr>
        <p:spPr>
          <a:xfrm>
            <a:off x="6501383" y="2377440"/>
            <a:ext cx="201168" cy="201168"/>
          </a:xfrm>
          <a:prstGeom prst="ellipse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7004303" y="2377440"/>
            <a:ext cx="201168" cy="201168"/>
          </a:xfrm>
          <a:prstGeom prst="ellipse">
            <a:avLst/>
          </a:prstGeom>
          <a:solidFill>
            <a:srgbClr val="005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7507223" y="2377440"/>
            <a:ext cx="201168" cy="201168"/>
          </a:xfrm>
          <a:prstGeom prst="ellipse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8010144" y="2377440"/>
            <a:ext cx="201168" cy="201168"/>
          </a:xfrm>
          <a:prstGeom prst="ellipse">
            <a:avLst/>
          </a:prstGeom>
          <a:solidFill>
            <a:srgbClr val="005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55664" y="3017520"/>
            <a:ext cx="2103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marker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55664" y="3520440"/>
            <a:ext cx="21031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สัญลักษณ์เล็กๆ ที่ Y คงที่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55664" y="4343400"/>
            <a:ext cx="21031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Software change
error, Ice making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55664" y="5440680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STATUS_ITEMS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97696" y="1783080"/>
            <a:ext cx="2606040" cy="429768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272016" y="2194560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 i="0">
                <a:solidFill>
                  <a:srgbClr val="0F1B2D"/>
                </a:solidFill>
                <a:latin typeface="Consolas"/>
                <a:ea typeface="Consolas"/>
                <a:cs typeface="Consolas"/>
              </a:rPr>
              <a:t>63651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72016" y="3017520"/>
            <a:ext cx="2103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value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72016" y="3520440"/>
            <a:ext cx="21031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ไม่มีในกราฟ
แสดงตัวเลขในตาราง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72016" y="4343400"/>
            <a:ext cx="21031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Door open count
Freezer set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72016" y="5440680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STATUS_ITEMS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731520" y="2103120"/>
            <a:ext cx="914400" cy="9144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4612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ลงมือทำ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60520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เตรียมเครื่อง → รันในเครื่อง → เพิ่มรายการใหม่ → ทดสอบ → Release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เตรียมเครื่อง + รันในเครื่อง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ไม่ต้องมี Node.js / npm — แก้ไฟล์แล้วรีเฟรช browser ได้เลย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4937760" cy="73152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892807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Python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รัน server + สร้างไฟล์ตัวอย่าง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51760"/>
            <a:ext cx="4937760" cy="73152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276148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Git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06324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เก็บประวัติ / ส่งขึ้น GitHub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520439"/>
            <a:ext cx="4937760" cy="73152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363016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Browser รุ่นใหม่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93192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Chrome / Edge / Firefox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389120"/>
            <a:ext cx="4937760" cy="73152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60" y="449884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openpyxl (ไม่บังคับ)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8006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สร้าง sample.xlsx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52160" y="1783080"/>
            <a:ext cx="5760720" cy="109728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080760" y="1965960"/>
            <a:ext cx="5303520" cy="731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6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python -m http.server 8000</a:t>
            </a:r>
          </a:p>
        </p:txBody>
      </p:sp>
      <p:sp>
        <p:nvSpPr>
          <p:cNvPr id="18" name="Oval 17"/>
          <p:cNvSpPr/>
          <p:nvPr/>
        </p:nvSpPr>
        <p:spPr>
          <a:xfrm>
            <a:off x="5897880" y="3108960"/>
            <a:ext cx="384048" cy="38404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145536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เปิด http://localhost:8000</a:t>
            </a:r>
          </a:p>
        </p:txBody>
      </p:sp>
      <p:sp>
        <p:nvSpPr>
          <p:cNvPr id="20" name="Oval 19"/>
          <p:cNvSpPr/>
          <p:nvPr/>
        </p:nvSpPr>
        <p:spPr>
          <a:xfrm>
            <a:off x="5897880" y="3675887"/>
            <a:ext cx="384048" cy="38404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712463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กด "ลองด้วยไฟล์ตัวอย่าง" → เห็นกราฟครบ</a:t>
            </a:r>
          </a:p>
        </p:txBody>
      </p:sp>
      <p:sp>
        <p:nvSpPr>
          <p:cNvPr id="22" name="Oval 21"/>
          <p:cNvSpPr/>
          <p:nvPr/>
        </p:nvSpPr>
        <p:spPr>
          <a:xfrm>
            <a:off x="5897880" y="4242816"/>
            <a:ext cx="384048" cy="38404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279392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F12 → Console ต้องไม่มีสีแดง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52160" y="4937760"/>
            <a:ext cx="5760720" cy="1143000"/>
          </a:xfrm>
          <a:prstGeom prst="roundRect">
            <a:avLst>
              <a:gd name="adj" fmla="val 8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80760" y="5074920"/>
            <a:ext cx="53949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ห้ามดับเบิลคลิก index.html  </a:t>
            </a:r>
            <a:r>
              <a:rPr sz="14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(file://) — module / Worker ใช้ไม่ได้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แก้แล้วไม่เปลี่ยน?  </a:t>
            </a:r>
            <a:r>
              <a:rPr sz="14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กด Ctrl+F5 (browser จำไฟล์เก่า)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เพิ่มรายการใหม่ — 7 ขั้น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ตัวอย่าง: สถานะประตู doorsClosed (1 = ปิด, 0 = เปิด) เป็นจุดสีเทาตอนประตูเปิด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65960"/>
            <a:ext cx="1481328" cy="30175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Oval 4"/>
          <p:cNvSpPr/>
          <p:nvPr/>
        </p:nvSpPr>
        <p:spPr>
          <a:xfrm>
            <a:off x="1005840" y="2194560"/>
            <a:ext cx="566928" cy="56692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926080"/>
            <a:ext cx="126187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ดูข้อมูลจริง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703320"/>
            <a:ext cx="1261872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ชื่อคอลัมน์ตรงตัว
ค่าที่เป็นไปได้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8840" y="2331720"/>
            <a:ext cx="1481328" cy="30175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Oval 8"/>
          <p:cNvSpPr/>
          <p:nvPr/>
        </p:nvSpPr>
        <p:spPr>
          <a:xfrm>
            <a:off x="2606040" y="2560320"/>
            <a:ext cx="566928" cy="56692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58568" y="3291839"/>
            <a:ext cx="126187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เลือก kind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58568" y="4069079"/>
            <a:ext cx="1261872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sensor / line
marker / value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49039" y="1965960"/>
            <a:ext cx="1481328" cy="301752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Oval 12"/>
          <p:cNvSpPr/>
          <p:nvPr/>
        </p:nvSpPr>
        <p:spPr>
          <a:xfrm>
            <a:off x="4206240" y="2194560"/>
            <a:ext cx="566928" cy="56692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58768" y="2926080"/>
            <a:ext cx="126187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เพิ่ม 1 บรรทัด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58768" y="3703320"/>
            <a:ext cx="1261872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STATUS_ITEMS
ใน logformat.js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49240" y="2331720"/>
            <a:ext cx="1481328" cy="30175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Oval 16"/>
          <p:cNvSpPr/>
          <p:nvPr/>
        </p:nvSpPr>
        <p:spPr>
          <a:xfrm>
            <a:off x="5806440" y="2560320"/>
            <a:ext cx="566928" cy="56692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58968" y="3291839"/>
            <a:ext cx="126187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ข้อความพิเศษ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58968" y="4069079"/>
            <a:ext cx="1261872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cursorText()
(ถ้าต้องการ)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49440" y="1965960"/>
            <a:ext cx="1481328" cy="30175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Oval 20"/>
          <p:cNvSpPr/>
          <p:nvPr/>
        </p:nvSpPr>
        <p:spPr>
          <a:xfrm>
            <a:off x="7406640" y="2194560"/>
            <a:ext cx="566928" cy="56692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59168" y="2926080"/>
            <a:ext cx="126187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ไฟล์ตัวอย่าง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59168" y="3703320"/>
            <a:ext cx="1261872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make-sample.py
ต้องมีทุกเส้น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49640" y="2331720"/>
            <a:ext cx="1481328" cy="30175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Oval 24"/>
          <p:cNvSpPr/>
          <p:nvPr/>
        </p:nvSpPr>
        <p:spPr>
          <a:xfrm>
            <a:off x="9006840" y="2560320"/>
            <a:ext cx="566928" cy="56692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59367" y="3291839"/>
            <a:ext cx="126187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ทดสอบ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59367" y="4069079"/>
            <a:ext cx="1261872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ตัวอย่าง + ไฟล์จริง
Console สะอาด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49840" y="1965960"/>
            <a:ext cx="1481328" cy="30175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Oval 28"/>
          <p:cNvSpPr/>
          <p:nvPr/>
        </p:nvSpPr>
        <p:spPr>
          <a:xfrm>
            <a:off x="10607040" y="2194560"/>
            <a:ext cx="566928" cy="56692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59567" y="2926080"/>
            <a:ext cx="126187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อัปเดต
CLAUDE.md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59567" y="3703320"/>
            <a:ext cx="1261872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สเปกหลัก
ของโปรเจกต์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ส่วนใหญ่แก้แค่ขั้นที่ 3 + 5 + 7  </a:t>
            </a: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Worker อ่านคอลัมน์ใหม่ให้เองอัตโนมัติ ไม่ต้องแก้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ขั้นที่ 3 — เพิ่มใน STATUS_ITEMS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js/logformat.js · 1 รายการ = 1 object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6675120" cy="315468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6217920" cy="278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8B98A9"/>
                </a:solidFill>
                <a:latin typeface="Consolas"/>
                <a:ea typeface="Consolas"/>
                <a:cs typeface="Consolas"/>
              </a:rPr>
              <a:t>// ประตู: 1 = ปิด, 0 = เปิด → จุดเทาที่ Y = 51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{ </a:t>
            </a: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key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"doorOpen",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  column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"doorsClosed",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  group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"system", </a:t>
            </a: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kind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"marker",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  shape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"dot", </a:t>
            </a: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y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51, </a:t>
            </a: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drawWhen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"zero",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  color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"rgb(150, 150, 150)",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  th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"Door open", </a:t>
            </a: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en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"Door open",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  display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"onOff" },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178308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column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2057400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ชื่อคอลัมน์ในไฟล์ (ตรงตัว, ตัวพิมพ์เล็ก/ใหญ่ต้องตรง)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242316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group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2697479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หัวข้อในตาราง เช่น system / control / error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3063239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kind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3337559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line / marker / value — ดูสไลด์ "รายการ 4 ชนิด"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37033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y / drawWhen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3977639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ตำแหน่งบนกราฟ / วาดตอนค่า ≠ 0 หรือ = 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434340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display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4617720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ข้อความ ณ เคอร์เซอร์: onOff, raw, temp, error…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212080"/>
            <a:ext cx="11064240" cy="86868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60" y="5376672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เสริมได้:  </a:t>
            </a:r>
            <a:r>
              <a:rPr sz="14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noAvg · defaultOff · dash · behind · temp (×0.1 °C) · signed8 (234 → −22) · requires / absentWith (ไม่มีชิ้นส่วนในตู้)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งานแก้ไขที่เจอบ่อย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อยากทำอะไร → แก้ตรงไหน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98424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เปลี่ยนสี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1984248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color ใน SENSORS / STATUS_ITEMS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783080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0" y="198424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เปลี่ยนตำแหน่ง 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41080" y="1984248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y · yWhenZero / yOtherwise · yRange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624328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2825496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เปลี่ยนชื่อที่แสดง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2825496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th / en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2624328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0" y="2825496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ย้ายหัวข้อ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1080" y="2825496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group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465576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" y="3666744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ย้ายกล่องบนจอแนวนอน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3666744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TABLE_GROUPS (slot) ใน main.js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465576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0" y="3666744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ไม่ติ๊กตั้งแต่แรก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41080" y="3666744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defaultOff: true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306824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77240" y="4507992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ข้อความ TH/EN ใน HTML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4507992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data-th="…" data-en="…"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4306824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00800" y="4507992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รูปแบบวันที่ใหม่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507992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parseDateParts() ใน logformat.js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148072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77240" y="534924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สีพื้น / โหมดมืด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17520" y="534924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:root / [data-theme=dark] ใน style.css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2200" y="5148072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00800" y="534924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แกน 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41080" y="534924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Y_AXIS_RANGE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ทดสอบก่อนปล่อย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ทำทุกข้อก่อน push ทุกครั้ง — เริ่มด้วย Ctrl+F5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2606040" cy="43434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59" y="1965960"/>
            <a:ext cx="2103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00" b="1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ไฟล์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59" y="2606039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88719" y="2560320"/>
            <a:ext cx="1828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sample .log .csv .xlsx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59" y="3447287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88719" y="3401568"/>
            <a:ext cx="1828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ไฟล์จริงใน samples/private/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59" y="4288536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88719" y="4242816"/>
            <a:ext cx="1828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big.log 80 MB ไม่ค้าง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59" y="5129784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88719" y="5084064"/>
            <a:ext cx="1828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samples/broken ขึ้น error ที่อ่านเข้าใจ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64992" y="1783080"/>
            <a:ext cx="2606040" cy="43434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39312" y="1965960"/>
            <a:ext cx="2103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00" b="1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หน้าจอ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39312" y="2606039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005072" y="2560320"/>
            <a:ext cx="1828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จอแนวนอน: ตารางรอบกราฟ ในจอเดียว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39312" y="3447287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005072" y="3401568"/>
            <a:ext cx="1828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จอแนวตั้ง / มือถือ ไม่มีแถบเลื่อนแนวนอน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39312" y="4288536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005072" y="4242816"/>
            <a:ext cx="1828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สลับ TH/EN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39312" y="5129784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005072" y="5084064"/>
            <a:ext cx="1828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สลับสว่าง/มืด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81344" y="1783080"/>
            <a:ext cx="2606040" cy="43434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55664" y="1965960"/>
            <a:ext cx="2103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00" b="1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เมาส์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55664" y="2606039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821424" y="2560320"/>
            <a:ext cx="1828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ลูกกลิ้ง zoom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55664" y="3447287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821424" y="3401568"/>
            <a:ext cx="1828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ลากขวาเลื่อน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55664" y="4288536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821424" y="4242816"/>
            <a:ext cx="1828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ลากซ้ายเลือกช่วง + ป้ายเวลา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55664" y="5129784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821424" y="5084064"/>
            <a:ext cx="1828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ดับเบิลคลิกดูทั้งหมด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97696" y="1783080"/>
            <a:ext cx="2606040" cy="43434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272016" y="1965960"/>
            <a:ext cx="2103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สุดท้าย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272016" y="2606039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637776" y="2560320"/>
            <a:ext cx="1828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F12 → Console ไม่มี error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272016" y="3447287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637776" y="3401568"/>
            <a:ext cx="1828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Min/Max/Avg เปลี่ยนตามช่วง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272016" y="4288536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637776" y="4242816"/>
            <a:ext cx="1828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ค่า ณ เคอร์เซอร์ถูก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ปล่อยเวอร์ชันใหม่ (Release)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เว็บจริงอัปเดตจาก branch main — commit อย่างเดียวยังไม่ขึ้นเว็บ ต้อง push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3520440" cy="169164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Oval 4"/>
          <p:cNvSpPr/>
          <p:nvPr/>
        </p:nvSpPr>
        <p:spPr>
          <a:xfrm>
            <a:off x="777240" y="2011680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19" y="2057400"/>
            <a:ext cx="25603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เปลี่ยนเวอร์ชัน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51760"/>
            <a:ext cx="31089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APP_VERSION ใน main.js
+ บรรทัด "ตอนนี้ x.y" ใน CLAUDE.md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79" y="1783080"/>
            <a:ext cx="3520440" cy="169164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Oval 8"/>
          <p:cNvSpPr/>
          <p:nvPr/>
        </p:nvSpPr>
        <p:spPr>
          <a:xfrm>
            <a:off x="4526279" y="2011680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66359" y="2057400"/>
            <a:ext cx="25603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ทดสอบ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79" y="2651760"/>
            <a:ext cx="31089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ตามเช็กลิสต์ครบทุกข้อ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19" y="1783080"/>
            <a:ext cx="3520440" cy="1691640"/>
          </a:xfrm>
          <a:prstGeom prst="roundRect">
            <a:avLst>
              <a:gd name="adj" fmla="val 8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Oval 12"/>
          <p:cNvSpPr/>
          <p:nvPr/>
        </p:nvSpPr>
        <p:spPr>
          <a:xfrm>
            <a:off x="8275319" y="2011680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399" y="2057400"/>
            <a:ext cx="25603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Consolas"/>
                <a:ea typeface="Consolas"/>
                <a:cs typeface="Consolas"/>
              </a:rPr>
              <a:t>git status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19" y="2651760"/>
            <a:ext cx="31089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ห้ามมี samples/private/
log / xlsx / csv จริง, ~$…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703320"/>
            <a:ext cx="3520440" cy="169164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Oval 16"/>
          <p:cNvSpPr/>
          <p:nvPr/>
        </p:nvSpPr>
        <p:spPr>
          <a:xfrm>
            <a:off x="777240" y="3931920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3977639"/>
            <a:ext cx="25603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Consolas"/>
                <a:ea typeface="Consolas"/>
                <a:cs typeface="Consolas"/>
              </a:rPr>
              <a:t>commit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572000"/>
            <a:ext cx="31089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git commit -m "Release 1.6: …"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79" y="3703320"/>
            <a:ext cx="3520440" cy="169164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Oval 20"/>
          <p:cNvSpPr/>
          <p:nvPr/>
        </p:nvSpPr>
        <p:spPr>
          <a:xfrm>
            <a:off x="4526279" y="3931920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66359" y="3977639"/>
            <a:ext cx="25603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Consolas"/>
                <a:ea typeface="Consolas"/>
                <a:cs typeface="Consolas"/>
              </a:rPr>
              <a:t>push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79" y="4572000"/>
            <a:ext cx="31089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git push origin main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19" y="3703320"/>
            <a:ext cx="3520440" cy="169164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Oval 24"/>
          <p:cNvSpPr/>
          <p:nvPr/>
        </p:nvSpPr>
        <p:spPr>
          <a:xfrm>
            <a:off x="8275319" y="3931920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15399" y="3977639"/>
            <a:ext cx="25603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ตรวจเว็บจริง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19" y="4572000"/>
            <a:ext cx="31089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รอ ~1 นาที → Ctrl+F5
ป้ายหัวเว็บเป็นเวอร์ชันใหม่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760720"/>
            <a:ext cx="11064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repo เป็น Public  </a:t>
            </a: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ขั้นที่ 3 ดูด้วยตาทุกครั้ง แม้ .gitignore จะกันไว้แล้ว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แก้ปัญหาที่เจอบ่อย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อาการ → สาเหตุ → วิธีแก้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37360"/>
            <a:ext cx="3657600" cy="50292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847088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อาการ</a:t>
            </a:r>
          </a:p>
        </p:txBody>
      </p:sp>
      <p:sp>
        <p:nvSpPr>
          <p:cNvPr id="6" name="Rectangle 5"/>
          <p:cNvSpPr/>
          <p:nvPr/>
        </p:nvSpPr>
        <p:spPr>
          <a:xfrm>
            <a:off x="4343400" y="1737360"/>
            <a:ext cx="3566160" cy="50292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0" y="1847088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สาเหตุ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20" y="1737360"/>
            <a:ext cx="3566160" cy="50292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75320" y="1847088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วิธีแก้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331720"/>
            <a:ext cx="3657600" cy="62179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2496312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หน้าเว็บว่าง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2331720"/>
            <a:ext cx="3566160" cy="62179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0" y="2496312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เปิดด้วยดับเบิลคลิก (file://)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2331720"/>
            <a:ext cx="3566160" cy="62179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75320" y="2496312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0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รัน python -m http.server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017520"/>
            <a:ext cx="36576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" y="3182112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แก้แล้วไม่เปลี่ยน / เวอร์ชันเก่า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3400" y="301752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72000" y="3182112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browser cache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01752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75320" y="3182112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0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Ctrl+F5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3703320"/>
            <a:ext cx="3657600" cy="62179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77240" y="3867911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ทุกแถวถูกข้าม วันที่ผิด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43400" y="3703320"/>
            <a:ext cx="3566160" cy="62179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2000" y="3867911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รูปแบบวันที่ใหม่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46720" y="3703320"/>
            <a:ext cx="3566160" cy="62179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75320" y="3867911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0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แก้ parseDateParts()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389120"/>
            <a:ext cx="36576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77240" y="4553712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"ไม่มีคอลัมน์ในไฟล์"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43400" y="438912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572000" y="4553712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firmware รุ่นนี้ไม่มีคอลัมน์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6720" y="438912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275320" y="4553712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0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ปกติ — เช็กชื่อตัวพิมพ์เล็ก/ใหญ่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5074920"/>
            <a:ext cx="3657600" cy="62179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77240" y="5239512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รายการขึ้น N/A เอง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43400" y="5074920"/>
            <a:ext cx="3566160" cy="62179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572000" y="5239512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กฎ "ไม่มีชิ้นส่วนในตู้"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046720" y="5074920"/>
            <a:ext cx="3566160" cy="62179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275320" y="5239512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0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ตั้งใจ — ดูกฎใน CLAUDE.md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" y="5760720"/>
            <a:ext cx="36576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77240" y="5925312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ไฟล์ใหญ่แล้วค้าง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43400" y="576072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572000" y="5925312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แปลงข้อมูลแบบช้า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46720" y="576072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275320" y="5925312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0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ใช้ loop ห้าม Array.from(arr, fn)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64008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กฎที่ต้องจำ</a:t>
            </a:r>
          </a:p>
        </p:txBody>
      </p:sp>
      <p:sp>
        <p:nvSpPr>
          <p:cNvPr id="3" name="Oval 2"/>
          <p:cNvSpPr/>
          <p:nvPr/>
        </p:nvSpPr>
        <p:spPr>
          <a:xfrm>
            <a:off x="777240" y="1783080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1755648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หาคอลัมน์ด้วยชื่อเสมอ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2148840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ห้าม hard-code ตำแหน่งคอลัมน์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2651759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624327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ค่าคงที่อยู่ที่ logformat.js ที่เดียว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3017520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ชื่อคอลัมน์ สี ตำแหน่ง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3520439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3493008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ไฟล์ตัวอย่างต้องมีทุกเส้น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886200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เพิ่มรายการใหม่ → แก้ make-sample.py ด้วย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4389120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4361688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ห้าม commit ข้อมูลจริง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754880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repo เป็น Public — ดู git status ก่อน push</a:t>
            </a:r>
          </a:p>
        </p:txBody>
      </p:sp>
      <p:sp>
        <p:nvSpPr>
          <p:cNvPr id="15" name="Oval 14"/>
          <p:cNvSpPr/>
          <p:nvPr/>
        </p:nvSpPr>
        <p:spPr>
          <a:xfrm>
            <a:off x="777240" y="5257799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5230367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CLAUDE.md คือสเปกหลัก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5623559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กฎใหม่ทุกข้อต้องลงที่นี่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217920"/>
            <a:ext cx="10789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B8C4D4"/>
                </a:solidFill>
                <a:latin typeface="Leelawadee UI"/>
                <a:ea typeface="Leelawadee UI"/>
                <a:cs typeface="Leelawadee UI"/>
              </a:rPr>
              <a:t>อ่านต่อ: docs/WORKFLOW.md · docs/GUIDE.md · CLAUDE.md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2317</Words>
  <Application>Microsoft Office PowerPoint</Application>
  <PresentationFormat>Widescreen</PresentationFormat>
  <Paragraphs>288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Aptos</vt:lpstr>
      <vt:lpstr>Arial</vt:lpstr>
      <vt:lpstr>Calibri</vt:lpstr>
      <vt:lpstr>Consolas</vt:lpstr>
      <vt:lpstr>Leelawadee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Apiwat Kamsiri</cp:lastModifiedBy>
  <cp:revision>1</cp:revision>
  <dcterms:created xsi:type="dcterms:W3CDTF">2013-01-27T09:14:16Z</dcterms:created>
  <dcterms:modified xsi:type="dcterms:W3CDTF">2026-09-28T03:28:38Z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0067fe22-5eac-47ec-8e7b-0d161ebb91ad_Enabled">
    <vt:lpwstr>true</vt:lpwstr>
  </property>
  <property fmtid="{D5CDD505-2E9C-101B-9397-08002B2CF9AE}" pid="3" name="MSIP_Label_0067fe22-5eac-47ec-8e7b-0d161ebb91ad_SetDate">
    <vt:lpwstr>2026-09-28T03:28:37Z</vt:lpwstr>
  </property>
  <property fmtid="{D5CDD505-2E9C-101B-9397-08002B2CF9AE}" pid="4" name="MSIP_Label_0067fe22-5eac-47ec-8e7b-0d161ebb91ad_Method">
    <vt:lpwstr>Standard</vt:lpwstr>
  </property>
  <property fmtid="{D5CDD505-2E9C-101B-9397-08002B2CF9AE}" pid="5" name="MSIP_Label_0067fe22-5eac-47ec-8e7b-0d161ebb91ad_Name">
    <vt:lpwstr>Internal_NonPerData</vt:lpwstr>
  </property>
  <property fmtid="{D5CDD505-2E9C-101B-9397-08002B2CF9AE}" pid="6" name="MSIP_Label_0067fe22-5eac-47ec-8e7b-0d161ebb91ad_SiteId">
    <vt:lpwstr>ef5926db-9bdf-4f9f-9066-d8e7f03943f7</vt:lpwstr>
  </property>
  <property fmtid="{D5CDD505-2E9C-101B-9397-08002B2CF9AE}" pid="7" name="MSIP_Label_0067fe22-5eac-47ec-8e7b-0d161ebb91ad_ActionId">
    <vt:lpwstr>c289d6f2-717d-454b-bc56-640d88854219</vt:lpwstr>
  </property>
  <property fmtid="{D5CDD505-2E9C-101B-9397-08002B2CF9AE}" pid="8" name="MSIP_Label_0067fe22-5eac-47ec-8e7b-0d161ebb91ad_ContentBits">
    <vt:lpwstr>2</vt:lpwstr>
  </property>
  <property fmtid="{D5CDD505-2E9C-101B-9397-08002B2CF9AE}" pid="9" name="MSIP_Label_0067fe22-5eac-47ec-8e7b-0d161ebb91ad_Tag">
    <vt:lpwstr>10, 3, 0, 1</vt:lpwstr>
  </property>
  <property fmtid="{D5CDD505-2E9C-101B-9397-08002B2CF9AE}" pid="10" name="ClassificationContentMarkingFooterLocations">
    <vt:lpwstr>Office Theme:8</vt:lpwstr>
  </property>
  <property fmtid="{D5CDD505-2E9C-101B-9397-08002B2CF9AE}" pid="11" name="ClassificationContentMarkingFooterText">
    <vt:lpwstr>Sensitivity: Internal / Non-Personal Data</vt:lpwstr>
  </property>
</Properties>
</file>