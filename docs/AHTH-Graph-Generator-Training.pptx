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เป็น static site ไม่มี backend ทุกอย่างทำใน browser ของผู้ใช้ ไฟล์ log ไม่ถูก upload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เว็บแสดงกราฟอุณหภูมิจากไฟล์ log ของตู้เย็น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1.9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อ่านไฟล์ในเครื่องผู้ใช้ ไม่มี 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server / database
ไฟล์ไม่ถูกส่งไปไหน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
.log .txt .csv .xlsx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ไฟล์และหน้าที่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จุดเริ่มต้น: ผูก UI, เรียก Worker, สร้างรายการ/ตาราง/กราฟ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 .log/.csv/.xlsx เป็นแถว (xlsx อ่านเองไม่ใช้ library)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เมาส์: zoom / pan / เลือกช่วง + วาดสัญลักษณ์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"ลองด้วยไฟล์ตัวอย่าง"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 index.html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ลากขวาเลื่อน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ดับเบิลคลิกดูทั้งหมด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สุดท้าย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Min/Max/Avg เปลี่ยนตามช่วง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 ณ เคอร์เซอร์ถูก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main.js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1.8: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96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96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182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0175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31821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175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867911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7033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867911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7033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867911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891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3891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45537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3891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45537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0749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239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50749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5239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50749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5239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7607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925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57607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925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57607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925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75564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1488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65175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2432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175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52043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93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891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3616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548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525779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23036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23559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